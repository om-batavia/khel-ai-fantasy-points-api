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 |  STUDENT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HimanshuKhale/datasets_cricket - synthetic/faux dataset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6858000" cy="6858000"/>
          </a:xfrm>
          <a:prstGeom prst="ellipse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</a:rPr>
              <a:t>KHEL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Cricket Intelligence APIs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11 APIs across three sprints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291840"/>
            <a:ext cx="5760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Student 5: Om Batavia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Live match intelligence | Player analytics | Fantasy decision engine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56248" y="1207008"/>
            <a:ext cx="5129784" cy="2953512"/>
          </a:xfrm>
          <a:prstGeom prst="roundRect">
            <a:avLst>
              <a:gd name="adj" fmla="val 2477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1_live_score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80160"/>
            <a:ext cx="4983480" cy="2807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423367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6126480" cy="612648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1: Live Match Intelligence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APIs convert ball-by-ball events into frontend-ready match context.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251960"/>
            <a:ext cx="45720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Data and API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coherent Match 1 snapshot powers all five dashboards.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source tables: matches, innings, ball events, scorecards, teams, and players.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Legal-delivery handling is shared across score, overs, chase, and rate calculations.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service functions produce validated response objects.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renders the real service output for presentation evidence.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1: Live Match Scoreboard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response shaped for live match interfaces.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Aggregates score, overs, teams, run rate, top batter, top bowler, and recent balls.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Bhopal Blazers' chase after 60 legal deliveries.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frontend duplication by returning one coherent state.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placement: match dashboard or broadcast overlay.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1_live_score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AND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1: Core Calculations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number is derived from saved ball events.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runs include runs off the bat and extras.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Wickets are counted from wicket events and capped at ten.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legal balls count toward overs.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example: 95/3 after 10.0 overs at 9.5 runs per over.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rate = total runs / legal balls x 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SCORE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04088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95/3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74136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OVERS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11296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81344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RUN RATE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18504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88552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TOP BATTER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25712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Ritvik Sen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2: Innings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completed innings becomes a compact scorecard response.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total score, overs, run rate, batting table, bowling table, and top performers.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Indore Invincibles' completed first innings.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 records are reconciled with ball-event totals.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placement: innings tab and match analysis report.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2_innings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AND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2: Performance Formulas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Batting and bowling efficiency use cricket-standard rates.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 strike rate measures runs per 100 balls.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Bowler economy measures conceded runs per six legal balls.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Innings run rate measures team scoring pace.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innings: Indore Invincibles 206/3 from 20 overs.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strike rate = runs / balls x 100     |     economy = conceded runs / legal balls x 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3: Current Match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target, time, and wickets become a plain-language chase state.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current score, target, remaining balls, wickets, CRR, and RRR.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legal deliveries to calculate the time resource.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 frontend-ready chase status and message.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placement: live match card and AI commentary.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3_current_match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AND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3: Chase Resource Formulas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measures both the requirement and remaining resources.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needed = target minus current score.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Balls remaining = total balls minus legal balls used.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Wickets remaining = ten minus wickets lost.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1 state: 112 needed from 60 balls with seven wickets remaining.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RRR = runs needed / balls remaining x 6     |     CRR = score / legal balls x 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4: Required Run 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dedicated and auditable chase-pressure calculation.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target, current score, runs needed, balls remaining, and RRR.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the substituted equation in the API response.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Wides and no-balls add runs without consuming a legal delivery.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placement: live pressure panel and commentary card.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4_required_run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AND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4: Main Equation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chase requires 11.2 runs per over.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is 207 and the score is 95/3.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batting side needs 112 more runs.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Sixty legal balls remain.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equation is transparent enough for user-facing explanations.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run rate = 112 / 60 x 6 = 11.2 runs per over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5: Explainable Match Outlook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rule-based label avoids pretending to be calibrated ML probability.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RRR, CRR, wickets in hand, runs needed, and balls remaining.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High Chance, Medium Chance, or Low Chance.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includes the exact reason and declared heuristic.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placement: live outlook card and AI-agent tool.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5_win_prob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AND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5: Decision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Match 1 state produces Medium Chance.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High: RRR is within CRR + 1.5 and at least four wickets remain.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Low: RRR exceeds CRR + 4, or resources are critically low.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Medium: the competitive middle state.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 is explainable, reproducible, and not marketed as ML.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if RRR &lt;= CRR + 1.5 and wickets &gt;= 4     |     Low if RRR &gt; CRR + 4 or critical resources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Integration Inside Khel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endpoint maps directly to an existing cricket interface.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dashboard: live scoreboard and innings summary.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Live-style dashboard: chase state, RRR, and outlook.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tool: plain-language explanations from structured values.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analysis report: completed innings and key performers.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JSON contracts keep frontend components consistent.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 Limitations and Lessons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was prioritized over unnecessary complexity.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uses one coherent synthetic match snapshot.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outlook is a heuristic rather than a calibrated probability model.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Calculations depend on accurate legal-delivery flags.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deployment requires live ingestion, caching, and reconnection handling.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APIs are strong integration building blocks, not a full live scoring platform.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6126480" cy="612648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2: Player Performance Analytics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APIs explain recent form and opponent-specific matchup effects.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251960"/>
            <a:ext cx="457200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EXAMPLE PLAYER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Aarav Sharma Dataset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player connects form, matchup, and fantasy decisions.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chronological matches from July 1 to July 9, 2026.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sequence: 108, 70, 47, 12, 66, 1.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matches against Bhopal, Ujjain, and Gwalior.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rows come from the HimanshuKhale synthetic dataset.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APIs exclude target rows from the historical inputs.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MATCHES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04088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4136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AVERAGE FP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11296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50.67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BEST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18504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88552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LATEST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25712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6: Form Trend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average alone cannot show direction, fit, or volatility.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Ordinary least squares measures the direction of recent performance.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are sorted oldest to newest before regression.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points provide the consistent performance score.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exposes the full derived sequence and assumptions.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6: Regression Formulas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strength is normalized relative to the player's average.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 measures points gained or lost per match index.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Volatility is population standard deviation.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R-squared measures how consistently the sequence follows the line.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penalizes a good fit when performance noise is high.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slope = sum((x-x mean)(y-y mean)) / sum((x-x mean)^2)     |     normalized trend = slope / average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6: Derived Variables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Aarav's six-match sequence is classified as declining.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slope: -16.629.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average: 50.67.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trend: -0.328.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R-squared: 0.615; trend confidence: 0.358.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6_form_trend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7: Form Trend Final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statistics become a frontend-ready score and label.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normalized trend onto a bounded 0-100 scale.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direction and confidence alongside the final score.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 cricket-language explanation.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duplicating classification logic in the frontend.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7: Score and Label Formula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keep Rising, Stable, and Declining reproducible.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Rising when normalized trend is above +0.15.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Declining when normalized trend is below -0.15.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inside the threshold band.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combines regression fit with volatility penalty.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score = clamp(50 + normalized trend x 100, 0, 100)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7: Final Form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badge retains the chart and statistics behind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Aarav form score: 17.18 out of 100.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Declining.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Confidence: 0.358.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placement: player form badge and selection filters.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7_form_tren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8: Bayesian Matchup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history updates the overall prior without replacing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overall mean is the prior belief.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Gwalior-specific performances provide the new evidence.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strength decreases when opponent results are volatile.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approach avoids guessing from one isolated match.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8: Bayesian Formulas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size and consistency determine how much the prior moves.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= mean of all historical performance scores.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evidence = mean against the selected opponent.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factor penalizes opponent volatility.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posterior is a weighted combination of prior and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posterior = (prior x prior weight + evidence x evidence strength) / (prior weight + evidence strength)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8: Prior-to-Posterior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Gwalior evidence lowers Aarav's expectation but remains weak.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prior: 50.67.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Gwalior evidence: 24.0 from performances of 47 and 1.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volatility: 23.0.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strength: 1.021; posterior: 46.79.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8_bayesian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LAYER AND FORMULA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9: Final Matchup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limits the influence of two opponent samples.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opponent-adjusted performance score and prior-to-posterior change.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 rows on or after the target match date.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percent determines Strong, Difficult, or Neutral Matchup.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remains low when evidence is sparse.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weight = n / (n + k)     |     posterior = (1 - weight) x prior + weight x opponent evidence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9: Matchup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reports a neutral matchup with low confidence.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Opponent-adjusted score: 46.79.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Prior-to-posterior change: -3.88 points.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Neutral Matchup.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Confidence: Low Confidence with only two samples.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09_bayesian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2 Integration Inside Khel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and matchup become reusable signals across the product.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dashboard: trend chart, form score, and matchup card.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panel: opponent-adjusted expectation.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agent: explain why a player's outlook changed.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panel: form and matchup feed later projections.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ranking filters can preserve uncertainty alongside scores.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2 Limitations and Lessons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samples require explicit confidence and evidence warnings.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matches are insufficient for stable long-term conclusions.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two samples exist per opponent.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 cannot model every nonlinear form pattern.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estimates depend on prior and smoothing choices.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design makes these limitations visible to users.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6126480" cy="612648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3: Fantasy Decision Engine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APIs combine expected value, matchup context, and a saved prediction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251960"/>
            <a:ext cx="4572000" cy="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3 End-to-End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cricket events become an auditable selection recommendation.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events create empirical batting, bowling, and fielding probabilities.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history creates form, role, opportunity, and matchup features.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10 exposes event-level expected value.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11 loads a saved .pkl and compares ML with a statistical estimate.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10: Expected Value Purpose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outcomes are uncertain combinations of cricket events.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possible event has an empirical probability.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event also has a fantasy point value.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 makes the uncertainty explicit.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separate batting, bowling, and fielding contribution.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10: Probability Derivation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inputs are derived from Aarav's records rather than random demo values.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Batting probabilities use Aarav's legal-ball outcomes.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Dismissal probability uses recorded wicket events.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Bowling probabilities are zero because he is a specialist batter.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Fielding probabilities use recorded catches, run-outs, and stumpings per match.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10: Expected-Value Formula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component remains independently auditable.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probability multiplied by point value for each event.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batting events into batting expected points.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for bowling and fielding.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the three components for total expected value.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30280F">
              <a:alpha val="82000"/>
            </a:srgbClr>
          </a:solidFill>
          <a:ln w="1524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5330952"/>
            <a:ext cx="10341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= sum(event probability x event point value)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10: Derived Fantasy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contribution table shows exactly where 7.42 expected points come from.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expected value: 7.42 per opportunity.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Batting component: 1.42.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Bowling component: 0.0.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Fielding component: 6.0.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10_expected_fantasy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11: Final Fantasy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features become one selection-oriented prediction.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saved model.pkl and never retrains during a request.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model mode, feature contract, output range, and distribution.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model source, risk, and selection label.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 documented statistical fallback for invalid ML outputs.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11: Pre-Match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features are calculated strictly before the target match.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and recent two, three, and five-match averages.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match count and days since last match.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batting and bowling opportunity.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indicators for batter, bowler, all-rounder, and wicketkeeper.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posterior and pressure-context features.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11: Saved Model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 path performs prediction only.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model.pkl contains the trained linear regression artifact.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feature_columns.json enforces exact input order.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metrics.json provides model name, version, mode, and evaluation.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 loading prevents repeated disk work.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never fitted or retrained inside the API request.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11: Metrics and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improves MAE over baseline but remains demonstration quality.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MAE: 26.577.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RMSE: 33.530.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R-squared: -0.037.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Career-average baseline test MAE: 29.065.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generalization is disclosed rather than hidden.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TEST MAE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04088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26.577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4136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TEST RMSE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11296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33.530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TEST R2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18504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-0.037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88552" y="5074920"/>
            <a:ext cx="2642616" cy="841248"/>
          </a:xfrm>
          <a:prstGeom prst="roundRect">
            <a:avLst>
              <a:gd name="adj" fmla="val 6522"/>
            </a:avLst>
          </a:prstGeom>
          <a:solidFill>
            <a:srgbClr val="0F1B2D"/>
          </a:solidFill>
          <a:ln w="12700">
            <a:solidFill>
              <a:srgbClr val="2636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5175504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BASELINE MAE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25712" y="538581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29.065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CONTROLS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11: Prediction and Fallback Logic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prediction must pass several checks before becoming the final output.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payload model mode against artifact model mode.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exact saved feature vector.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missing, non-finite, unrealistic, or out-of-distribution outputs.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supervised prediction only when valid.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Otherwise return the statistical estimate and fallback reason.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11: Final Fantasy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saved model predicts 38.9 points and returns Strong Pick.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47088"/>
            <a:ext cx="507492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ML prediction: 38.9.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estimate: 51.29.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source: supervised_ml.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High; ML validation: True.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80176" y="1801368"/>
            <a:ext cx="5705856" cy="3273552"/>
          </a:xfrm>
          <a:prstGeom prst="roundRect">
            <a:avLst>
              <a:gd name="adj" fmla="val 2235"/>
            </a:avLst>
          </a:prstGeom>
          <a:solidFill>
            <a:srgbClr val="0F1B2D"/>
          </a:solidFill>
          <a:ln w="1651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C:\Users\ombat\Desktop\Khel ai intership work\dashboard\sprint1_showcase\screenshots\11_expected_fantas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874520"/>
            <a:ext cx="5559552" cy="3127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3328" y="514807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DASHBOARD OUTPUT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3 Integration Inside Khel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supports both user interfaces and AI-agent workflows.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panel: projection, selection label, and risk.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comparison: rank by ML prediction and expected value.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agent: explain model-versus-statistical disagreement.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preview: opponent and venue-aware recommendations.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endpoint can score multiple candidate players.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3 Limitations and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model demonstrates the workflow, not production accuracy.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0"/>
          </a:xfrm>
          <a:prstGeom prst="line">
            <a:avLst/>
          </a:prstGeom>
          <a:noFill/>
          <a:ln w="12700">
            <a:solidFill>
              <a:srgbClr val="263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1056132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264 canonical synthetic player-match rows are available.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test R-squared indicates weak out-of-sample fit.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probabilities need larger role-specific samples.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real data, calibration, uncertainty intervals, and monitoring.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model remains clearly marked demo-only.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</a:rPr>
              <a:t>ONE EXPLAINABLE CRICKET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match events to fantasy decisions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224028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0F1B2D"/>
          </a:solidFill>
          <a:ln w="1905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22D3EE"/>
                </a:solidFill>
              </a:rPr>
              <a:t>SPRINT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9536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happening?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36576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Live score, innings, chase pressure, and match outlook.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25696" y="224028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0F1B2D"/>
          </a:solidFill>
          <a:ln w="1905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4D399"/>
                </a:solidFill>
              </a:rPr>
              <a:t>SPRINT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6864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is the player trending?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26864" y="36576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Regression form and opponent-specific Bayesian context.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224028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0F1B2D"/>
          </a:solidFill>
          <a:ln w="1905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FBBF24"/>
                </a:solidFill>
              </a:rPr>
              <a:t>SPRINT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94192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decision should Khel AI make?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94192" y="36576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Expected value and saved-model fantasy projection.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074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11 APIs | Real local service logic | Validated schemas | Cricket-language explanations | Khel AI integration ready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Khel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Khel AI: Cricket Intelligence APIs</dc:title>
  <dc:subject>Khel AI cricket intelligence APIs</dc:subject>
  <dc:creator>Om Batavia</dc:creator>
  <cp:lastModifiedBy>Om Batavia</cp:lastModifiedBy>
  <cp:revision>1</cp:revision>
  <dcterms:created xsi:type="dcterms:W3CDTF">2026-06-13T05:21:04Z</dcterms:created>
  <dcterms:modified xsi:type="dcterms:W3CDTF">2026-06-13T05:21:04Z</dcterms:modified>
</cp:coreProperties>
</file>